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파일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도울프 (DoLF)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 카드사 심사용 · 가맹점 정보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상호명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66160" y="3520440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도울프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227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사업자등록번호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3922776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116-09-70051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32511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상점아이디(MID)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4325112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dolfstf23l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7274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가맹점 URL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727448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https://dolfstory.com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12978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 결제 상품 URL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5129784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https://dolfstory.com/shop/breathe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(6) Test ID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5532120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[테스트 계정 ID — 입력 필요]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93445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(7) Test PW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5934456"/>
            <a:ext cx="79854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[테스트 계정 PW — 입력 필요]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8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2026-08-13 · 단위 KRW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· 촬영 유의사항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 가이드 기준 · 아래 항목이 모든 캡처에 지켜져야 심사가 진행됩니다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solidFill>
            <a:srgbClr val="A812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형식으로 제출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카드사별 심사에 맞춰 양식 수정이 필요합니다.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solidFill>
            <a:srgbClr val="A8121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990088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 보이도록 캡처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364992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북마크바 없이 상단 주소창(dolfstory.com)이 노출되어야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solidFill>
            <a:srgbClr val="A8121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590288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시간 함께 캡처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965192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조작 여부 판단을 위해 화면 우하단 시계까지 포함합니다.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1417320"/>
            <a:ext cx="384048" cy="384048"/>
          </a:xfrm>
          <a:prstGeom prst="rect">
            <a:avLst/>
          </a:prstGeom>
          <a:solidFill>
            <a:srgbClr val="A81212"/>
          </a:solidFill>
          <a:ln/>
        </p:spPr>
      </p:sp>
      <p:sp>
        <p:nvSpPr>
          <p:cNvPr id="19" name="Text 17"/>
          <p:cNvSpPr/>
          <p:nvPr/>
        </p:nvSpPr>
        <p:spPr>
          <a:xfrm>
            <a:off x="6233008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81648" y="1389888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금액·상품 흐름 일치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81648" y="1764792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상품명/이미지/상세설명/금액이 상세→장바구니→결제창까지 동일하게 이어져야 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3008" y="3017520"/>
            <a:ext cx="384048" cy="384048"/>
          </a:xfrm>
          <a:prstGeom prst="rect">
            <a:avLst/>
          </a:prstGeom>
          <a:solidFill>
            <a:srgbClr val="A81212"/>
          </a:solidFill>
          <a:ln/>
        </p:spPr>
      </p:sp>
      <p:sp>
        <p:nvSpPr>
          <p:cNvPr id="23" name="Text 21"/>
          <p:cNvSpPr/>
          <p:nvPr/>
        </p:nvSpPr>
        <p:spPr>
          <a:xfrm>
            <a:off x="6233008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81648" y="2990088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필요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81648" y="3364992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사이트는 비회원 구매 불가(로그인 필수) → 테스트 계정 로그인 과정 캡처가 필요합니다.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33008" y="4617720"/>
            <a:ext cx="384048" cy="384048"/>
          </a:xfrm>
          <a:prstGeom prst="rect">
            <a:avLst/>
          </a:prstGeom>
          <a:solidFill>
            <a:srgbClr val="A81212"/>
          </a:solidFill>
          <a:ln/>
        </p:spPr>
      </p:sp>
      <p:sp>
        <p:nvSpPr>
          <p:cNvPr id="27" name="Text 25"/>
          <p:cNvSpPr/>
          <p:nvPr/>
        </p:nvSpPr>
        <p:spPr>
          <a:xfrm>
            <a:off x="6233008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1648" y="4590288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결제창 가능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81648" y="4965192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실결제 대신 토스페이먼츠 테스트 결제창 연동 화면으로도 심사 가능합니다.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38404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하단 사업자정보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항목이 사업자등록증과 완전히 일치해야 합니다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766560" cy="493776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[홈페이지 하단(footer) 캡처 붙여넣기]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· PC 시간 포함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779215" cy="4937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55448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기재 항목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011680"/>
            <a:ext cx="332201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상호명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도울프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대표자명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김지혜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사업자등록번호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116-09-70051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통신판매업신고번호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[신고번호 또는 “신고 면제(간이과세자)”]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사업장주소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서울특별시 강동구 천호대로168다길 37-7, 301호(성내동)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유선전화번호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[기재 필요 · 070/0507/휴대폰 가능]
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38404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환불·교환/반품 규정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유형(실물) 상품 기준 · /refund 페이지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766560" cy="493776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[환불·교환/반품 안내 페이지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https://dolfstory.com/refund · 도메인·PC시간 포함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779215" cy="4937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55448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포함될 내용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011680"/>
            <a:ext cx="332201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교환/반품 기한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수령일 포함 7일 이내 신청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단순변심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배송비 구매자 부담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 사유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오염·훼손·사용 흔적 시 불가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배송방법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택배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배송지역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배송기간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후 영업일 기준 명시(6주 이내)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주소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반송지 주소 명시
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38404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회원가입 경로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사이트는 비회원 구매 불가 → 테스트 계정 로그인 과정 캡처 필요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94960" cy="489204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4061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[로그인 페이지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/signin · 아이디/비밀번호 입력 화면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489204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0" y="34061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[회원가입 페이지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/signup · 가입 폼 화면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</a:t>
            </a:r>
            <a:pPr indent="0" marL="0">
              <a:buNone/>
            </a:pPr>
            <a:r>
              <a:rPr lang="en-US" sz="120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checkout(결제) 진입 시 로그인 필수입니다. 회신 메일에 테스트 계정 ID/PW를 함께 기재하고, 그 계정으로 로그인하는 과정을 캡처하세요. (소셜 로그인 계정 불가)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⑤-1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38404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 · 상세페이지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목록 → 상세페이지(명칭·이미지·상세설명·금액)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766560" cy="493776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[상품 목록 → 상세페이지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명칭·이미지·상세설명·금액이 모두 보이도록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779215" cy="4937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55448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상품 예시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011680"/>
            <a:ext cx="332201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Breathe — Planner &amp; Diary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₩52,000 · /shop/breathe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Bible Reading Tracker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₩54,000 · /shop/tracker (단건 최고가)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Poster (B2)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₩28,000 · /shop/poster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Calendar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₩8,000 · /shop/calendar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 필수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명칭·대표이미지·상세설명·판매가 노출
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⑤-2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38404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· 주문/결제수단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→ 주문서 → 결제수단(신용카드) 선택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766560" cy="493776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[장바구니 → 주문서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상품/수량/금액 · 결제수단 선택 화면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779215" cy="4937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55448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체크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011680"/>
            <a:ext cx="332201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상품·수량·주문금액(상품+배송비) 표시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주문상품/주문자/배송 정보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 선택 확인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일치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상세→장바구니→주문서 금액 동일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1F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구매조건·결제진행 동의 노출
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1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DoLF · 도울프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384048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결제경로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결제창(카드사 선택·약관 동의) → 카드 인증화면까지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394960" cy="489204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4061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[결제창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 결제위젯 · 카드사 선택 · 약관 전체동의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4892040"/>
          </a:xfrm>
          <a:prstGeom prst="rect">
            <a:avLst/>
          </a:prstGeom>
          <a:solidFill>
            <a:srgbClr val="FAF9F6"/>
          </a:solidFill>
          <a:ln w="15875">
            <a:solidFill>
              <a:srgbClr val="9A968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0" y="34061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[카드 인증화면 캡처]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6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비씨(페이북) 등 인증 화면까지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</a:t>
            </a:r>
            <a:pPr indent="0" marL="0">
              <a:buNone/>
            </a:pPr>
            <a:r>
              <a:rPr lang="en-US" sz="1200" dirty="0">
                <a:solidFill>
                  <a:srgbClr val="6B6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안심키인 사용으로 결제창이 없으면 생략 가능. 비씨 카드의 경우 결제 직전까지(각 카드사 인증화면)까지 캡처가 필요합니다. 테스트 결제창 연동으로도 심사 가능.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회신 · 필수질문 답변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내용을 토스페이먼츠 담당자(전채린) 회신 메일에 그대로 기재하세요.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결제 상품/서비스 URL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155448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https://dolfstory.com/shop/breathe (외 /tracker, /poster, /calendar)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환불정책 URL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0312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https://dolfstory.com/refund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상품/서비스 상세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265176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신앙 라이프스타일 지류 굿즈(플래너·다이어리·성경통독 트래커·캘린더·포스터) 판매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단건 결제 최고가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320040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₩54,000 (Bible Reading Tracker)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테스트 계정 ID/PW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374904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 필요] · 비회원 구매 불가(로그인 필수), 소셜 로그인 불가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서비스제공기간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429768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배송 상품 · 주문 후 영업일 기준 배송(6주 이내). 정기/구독 서비스 아님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서비스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484632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없음(웹only)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FCA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결제모듈 연동 여부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5394960"/>
            <a:ext cx="7528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— 자체 웹앱(React SPA)에 토스페이먼츠 결제위젯 직접 연동 · Vercel 호스팅(호스팅사 솔루션 아님)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필요: 테스트 계정 · 유선전화번호 · 통신판매업 신고(또는 면제) · 도메인 확정(dolfstory.com)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2026-08-13T09:32:32Z</dcterms:created>
  <dcterms:modified xsi:type="dcterms:W3CDTF">2026-08-13T09:32:32Z</dcterms:modified>
</cp:coreProperties>
</file>