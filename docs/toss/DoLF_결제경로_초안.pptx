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결제경로 파일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도울프 (DoLF)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 카드사 심사용 · 가맹점 정보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상호명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566160" y="3520440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도울프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922776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사업자등록번호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66160" y="3922776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116-09-70051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325112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상점아이디(MID)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4325112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dolfstf23l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727448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가맹점 URL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4727448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https://dolfstory.com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129784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(5) 결제 상품 URL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5129784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https://dolfstory.com/shop/breathe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(6) 비회원 구매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5532120"/>
            <a:ext cx="7985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— 로그인 없이 결제 (테스트 계정 불필요)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8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 2026-08-14 · 단위 KRW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· 촬영 유의사항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가이드 기준 · 아래 항목이 모든 캡처에 지켜져야 심사가 진행됩니다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3898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형식으로 제출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17647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카드사별 심사에 맞춰 양식 수정이 필요합니다.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9900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보이도록 캡처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3649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북마크바 없이 상단 주소창(dolfstory.com)이 노출되어야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5902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시간 함께 캡처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9651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조작 여부 판단을 위해 화면 우하단 시계까지 포함합니다.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3008" y="14173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19" name="Text 17"/>
          <p:cNvSpPr/>
          <p:nvPr/>
        </p:nvSpPr>
        <p:spPr>
          <a:xfrm>
            <a:off x="6233008" y="1417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81648" y="13898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금액·상품 흐름 일치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81648" y="17647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상품명/이미지/상세설명/금액이 상세→장바구니→결제창까지 동일하게 이어져야 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33008" y="30175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23" name="Text 21"/>
          <p:cNvSpPr/>
          <p:nvPr/>
        </p:nvSpPr>
        <p:spPr>
          <a:xfrm>
            <a:off x="6233008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81648" y="29900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 구매 가능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81648" y="33649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 결제 가능 → 로그인/회원가입 대신 “비회원 구매 경로”를 캡처하면 됩니다.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33008" y="4617720"/>
            <a:ext cx="384048" cy="384048"/>
          </a:xfrm>
          <a:prstGeom prst="rect">
            <a:avLst/>
          </a:prstGeom>
          <a:solidFill>
            <a:srgbClr val="A81212"/>
          </a:solidFill>
          <a:ln/>
        </p:spPr>
      </p:sp>
      <p:sp>
        <p:nvSpPr>
          <p:cNvPr id="27" name="Text 25"/>
          <p:cNvSpPr/>
          <p:nvPr/>
        </p:nvSpPr>
        <p:spPr>
          <a:xfrm>
            <a:off x="6233008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781648" y="4590288"/>
            <a:ext cx="518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결제창 가능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81648" y="4965192"/>
            <a:ext cx="51814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실결제 대신 토스페이먼츠 테스트 결제창 연동 화면으로도 심사 가능합니다.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하단 사업자정보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항목이 사업자등록증과 완전히 일치해야 합니다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6766560" cy="493776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[홈페이지 하단(footer) 캡처 붙여넣기]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· PC 시간 포함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1371600"/>
            <a:ext cx="3779215" cy="493776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0" name="Text 8"/>
          <p:cNvSpPr/>
          <p:nvPr/>
        </p:nvSpPr>
        <p:spPr>
          <a:xfrm>
            <a:off x="8001000" y="1554480"/>
            <a:ext cx="3322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기재 항목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01000" y="2011680"/>
            <a:ext cx="332201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상호명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도울프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대표자명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김지혜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116-09-70051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통신판매업신고번호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[신고번호 또는 “신고 면제(간이과세자)”]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사업장주소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강동구 천호대로168다길 37-7, 301호(성내동)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유선전화번호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[기재 필요 · 070/0507/휴대폰 가능]
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환불·교환/반품 규정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유형(실물) 상품 기준 · /refund 페이지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6766560" cy="493776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[환불·교환/반품 안내 페이지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https://dolfstory.com/refund · 도메인·PC시간 포함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1371600"/>
            <a:ext cx="3779215" cy="493776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0" name="Text 8"/>
          <p:cNvSpPr/>
          <p:nvPr/>
        </p:nvSpPr>
        <p:spPr>
          <a:xfrm>
            <a:off x="8001000" y="1554480"/>
            <a:ext cx="3322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포함될 내용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01000" y="2011680"/>
            <a:ext cx="332201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교환/반품 기한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수령일 포함 7일 이내 신청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단순변심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배송비 구매자 부담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오염·훼손·사용 흔적 시 불가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배송방법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택배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배송지역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배송기간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후 영업일 기준 명시(6주 이내)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반품 주소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반송지 주소 명시
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 구매 경로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 결제 가능 — 로그인/회원가입 대신 비회원 구매 경로를 캡처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417320"/>
            <a:ext cx="5394960" cy="489204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4061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[체크아웃(주문서)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“비회원 주문 · 로그인 없이 결제할 수 있어요” 배지가 보이도록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489204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400800" y="34061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[상품 → 장바구니 → 결제하기 진입]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요구 없이 결제로 넘어가는 흐름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382512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pPr indent="0" marL="0">
              <a:buNone/>
            </a:pPr>
            <a:r>
              <a:rPr lang="en-US" sz="120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사이트는 비회원 구매가 가능합니다(로그인 불필요) → 로그인/회원가입 경로 대신 위 “비회원 구매 경로”를 캡처하면 됩니다. 회원 구매도 지원.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⑤-1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선택 · 상세페이지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목록 → 상세페이지(명칭·이미지·상세설명·금액)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6766560" cy="493776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[상품 목록 → 상세페이지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명칭·이미지·상세설명·금액이 모두 보이도록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1371600"/>
            <a:ext cx="3779215" cy="493776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0" name="Text 8"/>
          <p:cNvSpPr/>
          <p:nvPr/>
        </p:nvSpPr>
        <p:spPr>
          <a:xfrm>
            <a:off x="8001000" y="1554480"/>
            <a:ext cx="3322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상품 예시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01000" y="2011680"/>
            <a:ext cx="332201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Breathe — Planner &amp; Diary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₩52,000 · /shop/breathe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Bible Reading Tracker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₩54,000 · /shop/tracker (단건 최고가)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Poster (B2)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₩28,000 · /shop/poster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Calendar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₩8,000 · /shop/calendar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필수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명칭·대표이미지·상세설명·판매가 노출
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⑤-2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· 주문/결제수단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→ 주문서 → 결제수단(신용카드) 선택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6766560" cy="493776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[장바구니 → 주문서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상품/수량/금액 · 결제수단 선택 화면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1371600"/>
            <a:ext cx="3779215" cy="4937760"/>
          </a:xfrm>
          <a:prstGeom prst="rect">
            <a:avLst/>
          </a:prstGeom>
          <a:solidFill>
            <a:srgbClr val="F4F1EC"/>
          </a:solidFill>
          <a:ln/>
        </p:spPr>
      </p:sp>
      <p:sp>
        <p:nvSpPr>
          <p:cNvPr id="10" name="Text 8"/>
          <p:cNvSpPr/>
          <p:nvPr/>
        </p:nvSpPr>
        <p:spPr>
          <a:xfrm>
            <a:off x="8001000" y="1554480"/>
            <a:ext cx="3322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체크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01000" y="2011680"/>
            <a:ext cx="332201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상품·수량·주문금액(상품+배송비) 표시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주문서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주문상품/주문자/배송 정보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입력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검색(Daum) 지원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결제수단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신용카드 선택 확인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일치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상세→장바구니→주문서 금액 동일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F1F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구매조건·결제진행 동의 노출
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1F2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DoLF · 도울프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37360" y="384048"/>
            <a:ext cx="9814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결제경로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82296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결제창(카드사 선택·약관 동의) → 카드 인증화면까지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417320"/>
            <a:ext cx="5394960" cy="489204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34061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[결제창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 결제위젯 · 카드사 선택 · 약관 전체동의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4892040"/>
          </a:xfrm>
          <a:prstGeom prst="rect">
            <a:avLst/>
          </a:prstGeom>
          <a:solidFill>
            <a:srgbClr val="FAF9F6"/>
          </a:solidFill>
          <a:ln w="15875">
            <a:solidFill>
              <a:srgbClr val="9A968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400800" y="34061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[카드 인증화면 캡처]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96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비씨(페이북) 등 인증 화면까지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382512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pPr indent="0" marL="0">
              <a:buNone/>
            </a:pPr>
            <a:r>
              <a:rPr lang="en-US" sz="1200" dirty="0">
                <a:solidFill>
                  <a:srgbClr val="6B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안심키인 사용으로 결제창이 없으면 생략 가능. 비씨 카드의 경우 결제 직전까지(각 카드사 인증화면)까지 캡처가 필요합니다. 테스트 결제창 연동으로도 심사 가능.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F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회신 · 필수질문 답변 요약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B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내용을 토스페이먼츠 담당자(전채린) 회신 메일에 그대로 기재하세요.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결제 상품/서비스 URL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155448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https://dolfstory.com/shop/breathe (외 /tracker, /poster, /calendar)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환불정책 URL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0" y="210312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https://dolfstory.com/refund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상품/서비스 상세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265176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신앙 라이프스타일 지류 굿즈(플래너·다이어리·성경통독 트래커·캘린더·포스터) 판매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단건 결제 최고가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320040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₩54,000 (Bible Reading Tracker)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비회원 구매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374904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— 로그인 없이 결제 (테스트 계정 불필요)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서비스제공기간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429768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배송 상품 · 주문 후 영업일 기준 배송(6주 이내). 정기/구독 서비스 아님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서비스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23360" y="484632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없음(웹only)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394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FCA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결제모듈 연동 여부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023360" y="5394960"/>
            <a:ext cx="7528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 — 자체 웹앱(React SPA)에 토스페이먼츠 결제위젯 직접 연동 · Vercel 호스팅(호스팅사 솔루션 아님)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12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입력: 유선전화번호 · 통신판매업 신고번호(또는 면제) — 결제창·비회원 구매·주문 저장은 라이브 반영 완료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2026-08-14T09:48:16Z</dcterms:created>
  <dcterms:modified xsi:type="dcterms:W3CDTF">2026-08-14T09:48:16Z</dcterms:modified>
</cp:coreProperties>
</file>